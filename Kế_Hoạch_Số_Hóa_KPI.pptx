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99"/>
                </a:solidFill>
              </a:defRPr>
            </a:pPr>
            <a:r>
              <a:t>CHUYỂN ĐỔI SỐ TRONG QUẢN TRỊ NHÂN SỰ</a:t>
            </a:r>
          </a:p>
          <a:p>
            <a:r>
              <a:t>&amp; ĐÁNH GIÁ KPI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Dự án: Hệ thống Quản trị &amp; Đánh giá KPI Tự động</a:t>
            </a:r>
          </a:p>
          <a:p>
            <a:r>
              <a:t>Đơn vị trình bày: Ban Hành chính Nhân sự</a:t>
            </a:r>
          </a:p>
          <a:p>
            <a:r>
              <a:t>Mục tiêu: Minh bạch hóa năng suất - Tối ưu hóa nguồn lực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THỰC TRẠNG &amp; NHỮNG BẤT CẬP HIỆN TẠI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Quy trình đánh giá hiện tại đang gặp các khó khăn:</a:t>
            </a:r>
          </a:p>
          <a:p>
            <a:pPr lvl="1"/>
            <a:r>
              <a:t>❌ Chấm điểm cảm tính: Phụ thuộc nhiều vào trí nhớ và đánh giá chủ quan.</a:t>
            </a:r>
          </a:p>
          <a:p>
            <a:pPr lvl="1"/>
            <a:r>
              <a:t>❌ Giao việc chồng chéo: Khó kiểm soát việc nhân sự làm sai chuyên môn (ngoài JD).</a:t>
            </a:r>
          </a:p>
          <a:p>
            <a:pPr lvl="1"/>
            <a:r>
              <a:t>❌ Thiếu dữ liệu tổng quan: Ban Lãnh đạo không có cái nhìn tức thời (Real-time) về tỷ lệ hoàn thành công việc của từng phòng ban.</a:t>
            </a:r>
          </a:p>
          <a:p>
            <a:pPr lvl="1"/>
            <a:r>
              <a:t>❌ Mất nhiều thời gian: HCNS và Kế toán mất quá nhiều ngày để gom nhặt báo cáo, tính toán Excel dễ xảy ra sai sót.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GIẢI PHÁP - HỆ THỐNG QUẢN TRỊ KPI MỚI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Thay đổi cách vận hành - Số hóa 100%</a:t>
            </a:r>
          </a:p>
          <a:p>
            <a:pPr lvl="1"/>
            <a:r>
              <a:t>✅ Chấm điểm tự động: Điểm số tính toán tự động dựa trên Khối lượng, Tiến độ (Gantt Chart) và Trọng số.</a:t>
            </a:r>
          </a:p>
          <a:p>
            <a:pPr lvl="1"/>
            <a:r>
              <a:t>✅ Tích hợp Trí tuệ Nhân tạo (AI): Tự động đối chiếu công việc thực tế với Mô tả công việc (JD), phát hiện ngay việc sai chuyên môn.</a:t>
            </a:r>
          </a:p>
          <a:p>
            <a:pPr lvl="1"/>
            <a:r>
              <a:t>✅ Dashboard Trực quan: Lãnh đạo theo dõi biểu đồ năng suất của từng Công ty/Phòng ban mọi lúc, mọi nơi.</a:t>
            </a:r>
          </a:p>
          <a:p>
            <a:pPr lvl="1"/>
            <a:r>
              <a:t>✅ Minh bạch &amp; Công bằng: Cơ chế ghi nhận Điểm thưởng/Phạt rõ ràng trên hệ thống.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TRẢI NGHIỆM THỰC TẾ (LIVE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Các tính năng nổi bật:</a:t>
            </a:r>
          </a:p>
          <a:p>
            <a:pPr lvl="1"/>
            <a:r>
              <a:t>1️⃣ Biểu đồ Tổng quan (Dashboard): Số liệu tổng hợp ngay lập tức.</a:t>
            </a:r>
          </a:p>
          <a:p>
            <a:pPr lvl="1"/>
            <a:r>
              <a:t>2️⃣ Theo dõi Tiến độ (Gantt Chart): Trực quan hóa tiến độ dự án.</a:t>
            </a:r>
          </a:p>
          <a:p>
            <a:pPr lvl="1"/>
            <a:r>
              <a:t>3️⃣ Quét AI Hàng loạt (Magic Feature): Phát hiện nhân sự làm việc lặt vặt ngoài JD.</a:t>
            </a:r>
          </a:p>
          <a:p>
            <a:pPr lvl="1"/>
            <a:r>
              <a:t>4️⃣ Bảng tính Lương/Thưởng (KPI): Điểm số xuất tự động, không cần tính tay.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LỘ TRÌNH TRIỂN KHAI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Các bước đưa vào vận hành thực tế:</a:t>
            </a:r>
          </a:p>
          <a:p>
            <a:pPr>
              <a:defRPr b="1"/>
            </a:pPr>
            <a:r>
              <a:t>Tháng 1 (Giai đoạn Chạy song song):</a:t>
            </a:r>
          </a:p>
          <a:p>
            <a:pPr lvl="1"/>
            <a:r>
              <a:t>Áp dụng thử nghiệm tại 2 phòng ban: HCNS &amp; Kế toán.</a:t>
            </a:r>
          </a:p>
          <a:p>
            <a:pPr lvl="1"/>
            <a:r>
              <a:t>Các phòng ban khác vẫn áp dụng quy chế cũ.</a:t>
            </a:r>
          </a:p>
          <a:p>
            <a:pPr>
              <a:defRPr b="1"/>
            </a:pPr>
            <a:r>
              <a:t>Tháng 2 (Giai đoạn Áp dụng toàn diện):</a:t>
            </a:r>
          </a:p>
          <a:p>
            <a:pPr lvl="1"/>
            <a:r>
              <a:t>Đóng hoàn toàn quy trình báo cáo Excel cũ.</a:t>
            </a:r>
          </a:p>
          <a:p>
            <a:pPr lvl="1"/>
            <a:r>
              <a:t>Lấy 100% dữ liệu từ hệ thống mới làm cơ sở tính lương thưởng.</a:t>
            </a:r>
          </a:p>
          <a:p>
            <a:pPr>
              <a:defRPr b="1">
                <a:solidFill>
                  <a:srgbClr val="FF0000"/>
                </a:solidFill>
              </a:defRPr>
            </a:pPr>
            <a:r>
              <a:t>Cam kết: Tăng 40% hiệu suất quản lý báo cáo, giảm 100% sai sót do tính toán thủ công.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